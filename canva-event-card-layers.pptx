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497763" cy="91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68" d="100"/>
          <a:sy n="268" d="100"/>
        </p:scale>
        <p:origin x="216" y="13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淨 曹" userId="40f2c648a1dcb384" providerId="LiveId" clId="{C3275B1C-54EB-474A-8A85-49B07412FF7A}"/>
    <pc:docChg chg="modSld">
      <pc:chgData name="淨 曹" userId="40f2c648a1dcb384" providerId="LiveId" clId="{C3275B1C-54EB-474A-8A85-49B07412FF7A}" dt="2026-06-30T07:52:42.213" v="1" actId="1076"/>
      <pc:docMkLst>
        <pc:docMk/>
      </pc:docMkLst>
      <pc:sldChg chg="modSp mod">
        <pc:chgData name="淨 曹" userId="40f2c648a1dcb384" providerId="LiveId" clId="{C3275B1C-54EB-474A-8A85-49B07412FF7A}" dt="2026-06-30T07:52:42.213" v="1" actId="1076"/>
        <pc:sldMkLst>
          <pc:docMk/>
          <pc:sldMk cId="0" sldId="256"/>
        </pc:sldMkLst>
        <pc:spChg chg="mod">
          <ac:chgData name="淨 曹" userId="40f2c648a1dcb384" providerId="LiveId" clId="{C3275B1C-54EB-474A-8A85-49B07412FF7A}" dt="2026-06-30T07:52:17.042" v="0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淨 曹" userId="40f2c648a1dcb384" providerId="LiveId" clId="{C3275B1C-54EB-474A-8A85-49B07412FF7A}" dt="2026-06-30T07:52:42.213" v="1" actId="1076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卡片背景"/>
          <p:cNvSpPr/>
          <p:nvPr/>
        </p:nvSpPr>
        <p:spPr>
          <a:xfrm>
            <a:off x="0" y="0"/>
            <a:ext cx="7498079" cy="899159"/>
          </a:xfrm>
          <a:prstGeom prst="rect">
            <a:avLst/>
          </a:prstGeom>
          <a:solidFill>
            <a:srgbClr val="E49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服務勳章外框"/>
          <p:cNvSpPr/>
          <p:nvPr/>
        </p:nvSpPr>
        <p:spPr>
          <a:xfrm>
            <a:off x="213359" y="68578"/>
            <a:ext cx="792479" cy="746759"/>
          </a:xfrm>
          <a:prstGeom prst="rect">
            <a:avLst/>
          </a:prstGeom>
          <a:noFill/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服務文字-剪"/>
          <p:cNvSpPr txBox="1"/>
          <p:nvPr/>
        </p:nvSpPr>
        <p:spPr>
          <a:xfrm>
            <a:off x="396239" y="198119"/>
            <a:ext cx="609599" cy="5181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  <a:latin typeface="Microsoft JhengHei"/>
              </a:rPr>
              <a:t>剪</a:t>
            </a:r>
          </a:p>
        </p:txBody>
      </p:sp>
      <p:sp>
        <p:nvSpPr>
          <p:cNvPr id="5" name="顧客姓名"/>
          <p:cNvSpPr txBox="1"/>
          <p:nvPr/>
        </p:nvSpPr>
        <p:spPr>
          <a:xfrm>
            <a:off x="1501169" y="353602"/>
            <a:ext cx="1219199" cy="4267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00" b="1" dirty="0">
                <a:solidFill>
                  <a:srgbClr val="FFFFFF"/>
                </a:solidFill>
                <a:latin typeface="Microsoft JhengHei"/>
              </a:rPr>
              <a:t>林*2</a:t>
            </a:r>
          </a:p>
        </p:txBody>
      </p:sp>
      <p:sp>
        <p:nvSpPr>
          <p:cNvPr id="6" name="電話"/>
          <p:cNvSpPr txBox="1"/>
          <p:nvPr/>
        </p:nvSpPr>
        <p:spPr>
          <a:xfrm>
            <a:off x="4739639" y="259079"/>
            <a:ext cx="2057399" cy="3657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Microsoft JhengHei"/>
              </a:rPr>
              <a:t>0920-381348</a:t>
            </a:r>
          </a:p>
        </p:txBody>
      </p:sp>
      <p:sp>
        <p:nvSpPr>
          <p:cNvPr id="7" name="設計師"/>
          <p:cNvSpPr txBox="1"/>
          <p:nvPr/>
        </p:nvSpPr>
        <p:spPr>
          <a:xfrm>
            <a:off x="7162799" y="320039"/>
            <a:ext cx="304799" cy="2743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Microsoft JhengHei"/>
              </a:rPr>
              <a:t>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</Words>
  <Application>Microsoft Office PowerPoint</Application>
  <PresentationFormat>自訂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Microsoft JhengHei</vt:lpstr>
      <vt:lpstr>Arial</vt:lpstr>
      <vt:lpstr>Calibri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淨 曹</cp:lastModifiedBy>
  <cp:revision>1</cp:revision>
  <dcterms:created xsi:type="dcterms:W3CDTF">2013-01-27T09:14:16Z</dcterms:created>
  <dcterms:modified xsi:type="dcterms:W3CDTF">2026-06-30T07:52:52Z</dcterms:modified>
  <cp:category/>
</cp:coreProperties>
</file>